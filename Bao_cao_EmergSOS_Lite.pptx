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975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85800"/>
            <a:ext cx="5532120" cy="5440680"/>
          </a:xfrm>
          <a:prstGeom prst="roundRect">
            <a:avLst>
              <a:gd name="adj" fmla="val 3025"/>
            </a:avLst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60704"/>
            <a:ext cx="4206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EmergSOS Lite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47548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an toàn cá nhân trong một nút bấm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0120" y="4005072"/>
            <a:ext cx="4754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Nhật Long - 123000684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Đỗ Tấn Du - 123001364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5074920"/>
            <a:ext cx="3840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 + Firebase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01968" y="1179576"/>
            <a:ext cx="1527048" cy="3182112"/>
          </a:xfrm>
          <a:prstGeom prst="roundRect">
            <a:avLst>
              <a:gd name="adj" fmla="val 7186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2" name="Image 0" descr="/mnt/data/z7855359582897_ea610a607c137df7262a917a02e570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234440"/>
            <a:ext cx="1417320" cy="30723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339328" y="1179576"/>
            <a:ext cx="1527048" cy="3182112"/>
          </a:xfrm>
          <a:prstGeom prst="roundRect">
            <a:avLst>
              <a:gd name="adj" fmla="val 7186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4" name="Image 1" descr="/mnt/data/z7855359582997_5bece5387f9e70f0ccd24d3c2c3d8f5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234440"/>
            <a:ext cx="1417320" cy="307238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076688" y="1179576"/>
            <a:ext cx="1527048" cy="3182112"/>
          </a:xfrm>
          <a:prstGeom prst="roundRect">
            <a:avLst>
              <a:gd name="adj" fmla="val 7186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6" name="Image 2" descr="/mnt/data/z7855359588036_0c63c222ec24e421743bcf23061bfe2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2" y="1234440"/>
            <a:ext cx="1417320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tưởng, đối tượng và scope Lite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0" y="438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EmergSOS 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56848" y="4023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960120"/>
            <a:ext cx="6400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hỗ trợ sinh viên gửi cảnh báo khẩn cấp kèm vị trí GPS, chia sẻ nhanh cho người thân và lưu lịch sử xử lý.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029968"/>
            <a:ext cx="1005840" cy="301752"/>
          </a:xfrm>
          <a:prstGeom prst="roundRect">
            <a:avLst>
              <a:gd name="adj" fmla="val 36364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084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17830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 một mình, về khuya, cần báo nhanh vị trí khi gặp rủi ro.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017520" y="182880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2029968"/>
            <a:ext cx="1005840" cy="301752"/>
          </a:xfrm>
          <a:prstGeom prst="roundRect">
            <a:avLst>
              <a:gd name="adj" fmla="val 36364"/>
            </a:avLst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084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17830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nút SOS, lấy GPS, tạo link Google Maps, chia sẻ cảnh báo.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394960" y="182880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9552" y="2029968"/>
            <a:ext cx="1005840" cy="301752"/>
          </a:xfrm>
          <a:prstGeom prst="roundRect">
            <a:avLst>
              <a:gd name="adj" fmla="val 36364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2084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2606040"/>
            <a:ext cx="17830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Lite ưu tiên chạy ổn; không tracking nền 24/7, không gọi cứu hộ thật.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343400"/>
            <a:ext cx="1783080" cy="804672"/>
          </a:xfrm>
          <a:prstGeom prst="roundRect">
            <a:avLst>
              <a:gd name="adj" fmla="val 13636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453128"/>
            <a:ext cx="14538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" y="4773168"/>
            <a:ext cx="145389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màn hình chính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97480" y="4343400"/>
            <a:ext cx="1783080" cy="804672"/>
          </a:xfrm>
          <a:prstGeom prst="roundRect">
            <a:avLst>
              <a:gd name="adj" fmla="val 13636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62072" y="4453128"/>
            <a:ext cx="14538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SV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62072" y="4773168"/>
            <a:ext cx="145389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phát triển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4343400"/>
            <a:ext cx="1783080" cy="804672"/>
          </a:xfrm>
          <a:prstGeom prst="roundRect">
            <a:avLst>
              <a:gd name="adj" fmla="val 13636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4453128"/>
            <a:ext cx="14538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ổn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19472" y="4773168"/>
            <a:ext cx="145389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66176" y="1088136"/>
            <a:ext cx="2286000" cy="4818888"/>
          </a:xfrm>
          <a:prstGeom prst="roundRect">
            <a:avLst>
              <a:gd name="adj" fmla="val 4800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31" name="Image 0" descr="/mnt/data/z7855359582897_ea610a607c137df7262a917a02e570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43000"/>
            <a:ext cx="2176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và kiến trúc hệ thống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0" y="438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EmergSOS 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56848" y="4023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960120"/>
            <a:ext cx="7680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rõ UI, điều hướng, service nghiệp vụ và dữ liệu Firebase để dễ test, dễ bảo trì.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7510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UI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80360" y="1828800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97510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Navigation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828800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97510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197510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/ APIs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4600" y="2084832"/>
            <a:ext cx="365760" cy="0"/>
          </a:xfrm>
          <a:prstGeom prst="line">
            <a:avLst/>
          </a:prstGeom>
          <a:noFill/>
          <a:ln w="19050">
            <a:solidFill>
              <a:srgbClr val="34466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09160" y="2084832"/>
            <a:ext cx="365760" cy="0"/>
          </a:xfrm>
          <a:prstGeom prst="line">
            <a:avLst/>
          </a:prstGeom>
          <a:noFill/>
          <a:ln w="19050">
            <a:solidFill>
              <a:srgbClr val="34466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03720" y="2084832"/>
            <a:ext cx="365760" cy="0"/>
          </a:xfrm>
          <a:prstGeom prst="line">
            <a:avLst/>
          </a:prstGeom>
          <a:noFill/>
          <a:ln w="19050">
            <a:solidFill>
              <a:srgbClr val="34466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" y="2834640"/>
            <a:ext cx="2926080" cy="1920240"/>
          </a:xfrm>
          <a:prstGeom prst="roundRect">
            <a:avLst>
              <a:gd name="adj" fmla="val 5714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063240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4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8680" y="3593592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3520440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screens/*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3895344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3822192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components/*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" y="4197096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123944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constants/colors.js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68680" y="4498848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4425696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form, loading, alert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94760" y="2834640"/>
            <a:ext cx="2926080" cy="1920240"/>
          </a:xfrm>
          <a:prstGeom prst="roundRect">
            <a:avLst>
              <a:gd name="adj" fmla="val 5714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3063240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005072" y="3593592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3520440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authService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005072" y="389534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3822192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contactService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005072" y="419709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4123944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sosService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005072" y="4498848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4425696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locationService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931152" y="2834640"/>
            <a:ext cx="2926080" cy="1920240"/>
          </a:xfrm>
          <a:prstGeom prst="roundRect">
            <a:avLst>
              <a:gd name="adj" fmla="val 5714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0608" y="3063240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150608" y="359359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3520440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150608" y="389534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51776" y="3822192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150608" y="41970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51776" y="4123944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Location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150608" y="449884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51776" y="4425696"/>
            <a:ext cx="213055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/ Share Sheet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0140696" y="1271016"/>
            <a:ext cx="1527048" cy="3172968"/>
          </a:xfrm>
          <a:prstGeom prst="roundRect">
            <a:avLst>
              <a:gd name="adj" fmla="val 7186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51" name="Image 0" descr="/mnt/data/z7855359588036_0c63c222ec24e421743bcf23061bfe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1325880"/>
            <a:ext cx="1417320" cy="306324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685800" y="5715000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theo userId: users, emergencyContacts, sosEvents, dangerReports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công công việc nhóm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0" y="438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EmergSOS 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56848" y="4023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417320"/>
            <a:ext cx="1371600" cy="301752"/>
          </a:xfrm>
          <a:prstGeom prst="roundRect">
            <a:avLst>
              <a:gd name="adj" fmla="val 36364"/>
            </a:avLst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721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VIÊN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4297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Nhật Long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2688" y="2304288"/>
            <a:ext cx="3291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MSSV: 123000684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862072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788920"/>
            <a:ext cx="423367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toàn app và màn hình chính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172968"/>
            <a:ext cx="423367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Login, Register, Home, Profile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914400" y="3630168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3557016"/>
            <a:ext cx="423367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dùng lại: button, card, input, SOS button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914400" y="4014216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941064"/>
            <a:ext cx="423367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Call UI, Danger Report UI, History UI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914400" y="4398264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325112"/>
            <a:ext cx="423367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giao diện, sửa tiếng Việt, screenshot báo cáo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4206240" y="4709160"/>
            <a:ext cx="1234440" cy="804672"/>
          </a:xfrm>
          <a:prstGeom prst="roundRect">
            <a:avLst>
              <a:gd name="adj" fmla="val 13636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4818888"/>
            <a:ext cx="905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70832" y="5138928"/>
            <a:ext cx="9052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ước tính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36208" y="114300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14213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0528" y="1417320"/>
            <a:ext cx="1371600" cy="301752"/>
          </a:xfrm>
          <a:prstGeom prst="roundRect">
            <a:avLst>
              <a:gd name="adj" fmla="val 36364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14721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VIÊN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10528" y="1874520"/>
            <a:ext cx="4297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Đỗ Tấn Du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528816" y="2304288"/>
            <a:ext cx="3291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MSSV: 123001364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10528" y="286207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11696" y="2788920"/>
            <a:ext cx="423367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và cấu hình Firestore</a:t>
            </a:r>
            <a:endParaRPr lang="en-US" sz="1270" dirty="0"/>
          </a:p>
        </p:txBody>
      </p:sp>
      <p:sp>
        <p:nvSpPr>
          <p:cNvPr id="33" name="Shape 31"/>
          <p:cNvSpPr/>
          <p:nvPr/>
        </p:nvSpPr>
        <p:spPr>
          <a:xfrm>
            <a:off x="6510528" y="324612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11696" y="3172968"/>
            <a:ext cx="423367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đăng nhập, danh bạ, SOS, vị trí</a:t>
            </a:r>
            <a:endParaRPr lang="en-US" sz="1270" dirty="0"/>
          </a:p>
        </p:txBody>
      </p:sp>
      <p:sp>
        <p:nvSpPr>
          <p:cNvPr id="35" name="Shape 33"/>
          <p:cNvSpPr/>
          <p:nvPr/>
        </p:nvSpPr>
        <p:spPr>
          <a:xfrm>
            <a:off x="6510528" y="363016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11696" y="3557016"/>
            <a:ext cx="423367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GPS, tạo Google Maps URL, lưu sosEvents</a:t>
            </a:r>
            <a:endParaRPr lang="en-US" sz="1270" dirty="0"/>
          </a:p>
        </p:txBody>
      </p:sp>
      <p:sp>
        <p:nvSpPr>
          <p:cNvPr id="37" name="Shape 35"/>
          <p:cNvSpPr/>
          <p:nvPr/>
        </p:nvSpPr>
        <p:spPr>
          <a:xfrm>
            <a:off x="6510528" y="401421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11696" y="3941064"/>
            <a:ext cx="423367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Share/SMS, trạng thái safe, lịch sử SOS</a:t>
            </a:r>
            <a:endParaRPr lang="en-US" sz="1270" dirty="0"/>
          </a:p>
        </p:txBody>
      </p:sp>
      <p:sp>
        <p:nvSpPr>
          <p:cNvPr id="39" name="Shape 37"/>
          <p:cNvSpPr/>
          <p:nvPr/>
        </p:nvSpPr>
        <p:spPr>
          <a:xfrm>
            <a:off x="6510528" y="439826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11696" y="4325112"/>
            <a:ext cx="423367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report service, rules, indexes, test kỹ thuật</a:t>
            </a:r>
            <a:endParaRPr lang="en-US" sz="1270" dirty="0"/>
          </a:p>
        </p:txBody>
      </p:sp>
      <p:sp>
        <p:nvSpPr>
          <p:cNvPr id="41" name="Shape 39"/>
          <p:cNvSpPr/>
          <p:nvPr/>
        </p:nvSpPr>
        <p:spPr>
          <a:xfrm>
            <a:off x="9802368" y="4709160"/>
            <a:ext cx="1234440" cy="804672"/>
          </a:xfrm>
          <a:prstGeom prst="roundRect">
            <a:avLst>
              <a:gd name="adj" fmla="val 13636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66960" y="4818888"/>
            <a:ext cx="905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66960" y="5138928"/>
            <a:ext cx="9052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ước tính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Auth và Hồ sơ người dùng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0" y="438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EmergSOS 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56848" y="4023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" y="996696"/>
            <a:ext cx="1773936" cy="3721608"/>
          </a:xfrm>
          <a:prstGeom prst="roundRect">
            <a:avLst>
              <a:gd name="adj" fmla="val 6186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9" name="Image 0" descr="/mnt/data/z7855359588214_7634b7f86c769562f9f5ea29dd59a0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1664208" cy="3611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05456" y="996696"/>
            <a:ext cx="1773936" cy="3721608"/>
          </a:xfrm>
          <a:prstGeom prst="roundRect">
            <a:avLst>
              <a:gd name="adj" fmla="val 6186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1" name="Image 1" descr="/mnt/data/z7855359582997_5bece5387f9e70f0ccd24d3c2c3d8f5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051560"/>
            <a:ext cx="1664208" cy="3611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79976" y="996696"/>
            <a:ext cx="1773936" cy="3721608"/>
          </a:xfrm>
          <a:prstGeom prst="roundRect">
            <a:avLst>
              <a:gd name="adj" fmla="val 6186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3" name="Image 2" descr="/mnt/data/z7855359587459_920d7dd8f6cfd55f483b087660a2b86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051560"/>
            <a:ext cx="1664208" cy="3611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720840" y="1051560"/>
            <a:ext cx="4754880" cy="3611880"/>
          </a:xfrm>
          <a:prstGeom prst="roundRect">
            <a:avLst>
              <a:gd name="adj" fmla="val 3038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040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đã có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040880" y="2039112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242048" y="1965960"/>
            <a:ext cx="3913632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bằng họ tên, email, số điện thoại, mật khẩu</a:t>
            </a:r>
            <a:endParaRPr lang="en-US" sz="1340" dirty="0"/>
          </a:p>
        </p:txBody>
      </p:sp>
      <p:sp>
        <p:nvSpPr>
          <p:cNvPr id="18" name="Shape 13"/>
          <p:cNvSpPr/>
          <p:nvPr/>
        </p:nvSpPr>
        <p:spPr>
          <a:xfrm>
            <a:off x="7040880" y="2459736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242048" y="2386584"/>
            <a:ext cx="3913632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Email/Password, có tùy chọn Google</a:t>
            </a:r>
            <a:endParaRPr lang="en-US" sz="1340" dirty="0"/>
          </a:p>
        </p:txBody>
      </p:sp>
      <p:sp>
        <p:nvSpPr>
          <p:cNvPr id="20" name="Shape 15"/>
          <p:cNvSpPr/>
          <p:nvPr/>
        </p:nvSpPr>
        <p:spPr>
          <a:xfrm>
            <a:off x="7040880" y="2880360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242048" y="2807208"/>
            <a:ext cx="3913632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hồ sơ user vào Firestore collection users</a:t>
            </a:r>
            <a:endParaRPr lang="en-US" sz="1340" dirty="0"/>
          </a:p>
        </p:txBody>
      </p:sp>
      <p:sp>
        <p:nvSpPr>
          <p:cNvPr id="22" name="Shape 17"/>
          <p:cNvSpPr/>
          <p:nvPr/>
        </p:nvSpPr>
        <p:spPr>
          <a:xfrm>
            <a:off x="7040880" y="3300984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242048" y="3227832"/>
            <a:ext cx="3913632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Chỉnh sửa tên hiển thị, số điện thoại, ảnh đại diện</a:t>
            </a:r>
            <a:endParaRPr lang="en-US" sz="1340" dirty="0"/>
          </a:p>
        </p:txBody>
      </p:sp>
      <p:sp>
        <p:nvSpPr>
          <p:cNvPr id="24" name="Shape 19"/>
          <p:cNvSpPr/>
          <p:nvPr/>
        </p:nvSpPr>
        <p:spPr>
          <a:xfrm>
            <a:off x="7040880" y="3721608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242048" y="3648456"/>
            <a:ext cx="3913632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xuất và tự chuyển về màn hình Login</a:t>
            </a:r>
            <a:endParaRPr lang="en-US" sz="1340" dirty="0"/>
          </a:p>
        </p:txBody>
      </p:sp>
      <p:sp>
        <p:nvSpPr>
          <p:cNvPr id="26" name="Text 21"/>
          <p:cNvSpPr/>
          <p:nvPr/>
        </p:nvSpPr>
        <p:spPr>
          <a:xfrm>
            <a:off x="7040880" y="4169664"/>
            <a:ext cx="40233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UX: form rõ, lỗi dễ hiểu, thao tác ít bước.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SOS Alert - tính năng cốt lõi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0" y="438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EmergSOS 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56848" y="4023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905256"/>
            <a:ext cx="1956816" cy="4114800"/>
          </a:xfrm>
          <a:prstGeom prst="roundRect">
            <a:avLst>
              <a:gd name="adj" fmla="val 5607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9" name="Image 0" descr="/mnt/data/z7855359582897_ea610a607c137df7262a917a02e570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960120"/>
            <a:ext cx="1847088" cy="40050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2056" y="905256"/>
            <a:ext cx="1956816" cy="4114800"/>
          </a:xfrm>
          <a:prstGeom prst="roundRect">
            <a:avLst>
              <a:gd name="adj" fmla="val 5607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1" name="Image 1" descr="/mnt/data/z7855359588036_0c63c222ec24e421743bcf23061bfe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960119"/>
            <a:ext cx="2002536" cy="43421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80360" y="1325880"/>
            <a:ext cx="1417320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44368" y="147218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Nhấn giữ 3s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97680" y="1581912"/>
            <a:ext cx="393192" cy="0"/>
          </a:xfrm>
          <a:prstGeom prst="line">
            <a:avLst/>
          </a:prstGeom>
          <a:noFill/>
          <a:ln w="19050">
            <a:solidFill>
              <a:srgbClr val="344664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54880" y="1325880"/>
            <a:ext cx="1417320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18888" y="147218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GPS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72200" y="1581912"/>
            <a:ext cx="393192" cy="0"/>
          </a:xfrm>
          <a:prstGeom prst="line">
            <a:avLst/>
          </a:prstGeom>
          <a:noFill/>
          <a:ln w="19050">
            <a:solidFill>
              <a:srgbClr val="344664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629400" y="1325880"/>
            <a:ext cx="1417320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93408" y="147218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Map URL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880360" y="2286000"/>
            <a:ext cx="1417320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944368" y="243230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Firestore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297680" y="2542032"/>
            <a:ext cx="393192" cy="0"/>
          </a:xfrm>
          <a:prstGeom prst="line">
            <a:avLst/>
          </a:prstGeom>
          <a:noFill/>
          <a:ln w="19050">
            <a:solidFill>
              <a:srgbClr val="344664"/>
            </a:solidFill>
            <a:prstDash val="solid"/>
            <a:headEnd type="none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4754880" y="2286000"/>
            <a:ext cx="1417320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18888" y="243230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sẻ/SMS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172200" y="2542032"/>
            <a:ext cx="393192" cy="0"/>
          </a:xfrm>
          <a:prstGeom prst="line">
            <a:avLst/>
          </a:prstGeom>
          <a:noFill/>
          <a:ln w="19050">
            <a:solidFill>
              <a:srgbClr val="344664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6629400" y="2286000"/>
            <a:ext cx="1417320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93408" y="243230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Tôi an toàn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342632" y="1828800"/>
            <a:ext cx="0" cy="457200"/>
          </a:xfrm>
          <a:prstGeom prst="line">
            <a:avLst/>
          </a:prstGeom>
          <a:noFill/>
          <a:ln w="19050">
            <a:solidFill>
              <a:srgbClr val="344664"/>
            </a:solidFill>
            <a:prstDash val="solid"/>
            <a:headEnd type="none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2880360" y="3703320"/>
            <a:ext cx="5715000" cy="137160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154680" y="4050792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55848" y="3977640"/>
            <a:ext cx="49651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 nhắn chứa thời gian, tọa độ và link Google Maps.</a:t>
            </a:r>
            <a:endParaRPr lang="en-US" sz="1240" dirty="0"/>
          </a:p>
        </p:txBody>
      </p:sp>
      <p:sp>
        <p:nvSpPr>
          <p:cNvPr id="32" name="Shape 28"/>
          <p:cNvSpPr/>
          <p:nvPr/>
        </p:nvSpPr>
        <p:spPr>
          <a:xfrm>
            <a:off x="3154680" y="4379976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355848" y="4306824"/>
            <a:ext cx="49651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Sự kiện ban đầu có status active, sau đó cập nhật safe.</a:t>
            </a:r>
            <a:endParaRPr lang="en-US" sz="1240" dirty="0"/>
          </a:p>
        </p:txBody>
      </p:sp>
      <p:sp>
        <p:nvSpPr>
          <p:cNvPr id="34" name="Shape 30"/>
          <p:cNvSpPr/>
          <p:nvPr/>
        </p:nvSpPr>
        <p:spPr>
          <a:xfrm>
            <a:off x="3154680" y="4709160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55848" y="4636008"/>
            <a:ext cx="496519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Lite không theo dõi nền 24/7 để tránh hao pin và lỗi quyền.</a:t>
            </a:r>
            <a:endParaRPr lang="en-US" sz="1240" dirty="0"/>
          </a:p>
        </p:txBody>
      </p:sp>
      <p:sp>
        <p:nvSpPr>
          <p:cNvPr id="36" name="Shape 32"/>
          <p:cNvSpPr/>
          <p:nvPr/>
        </p:nvSpPr>
        <p:spPr>
          <a:xfrm>
            <a:off x="6355080" y="5303520"/>
            <a:ext cx="1234440" cy="301752"/>
          </a:xfrm>
          <a:prstGeom prst="roundRect">
            <a:avLst>
              <a:gd name="adj" fmla="val 36364"/>
            </a:avLst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355080" y="53858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demo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bạ, lịch sử SOS và ghi âm môi trường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0" y="438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EmergSOS 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56848" y="4023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097280"/>
            <a:ext cx="2926080" cy="4480560"/>
          </a:xfrm>
          <a:prstGeom prst="roundRect">
            <a:avLst>
              <a:gd name="adj" fmla="val 3750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23317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bạ khẩn cấp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039112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965960"/>
            <a:ext cx="203911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Thêm, sửa, xóa người liên hệ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2450592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377440"/>
            <a:ext cx="203911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theo userId để không lộ dữ liệu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2862072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788920"/>
            <a:ext cx="203911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số điện thoại khi gửi SMS SOS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3273552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200400"/>
            <a:ext cx="203911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validate tên, số điện thoại, quan hệ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234440" y="4343400"/>
            <a:ext cx="1737360" cy="804672"/>
          </a:xfrm>
          <a:prstGeom prst="roundRect">
            <a:avLst>
              <a:gd name="adj" fmla="val 13636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9032" y="4453128"/>
            <a:ext cx="14081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99032" y="4773168"/>
            <a:ext cx="140817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Firestore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59936" y="1088136"/>
            <a:ext cx="1984248" cy="4178808"/>
          </a:xfrm>
          <a:prstGeom prst="roundRect">
            <a:avLst>
              <a:gd name="adj" fmla="val 5530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22" name="Image 0" descr="/mnt/data/z7855359583882_54c8301fdcd3186c5e17a4d879ce1b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43000"/>
            <a:ext cx="1874520" cy="4069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263640" y="1097280"/>
            <a:ext cx="2148840" cy="4480560"/>
          </a:xfrm>
          <a:prstGeom prst="roundRect">
            <a:avLst>
              <a:gd name="adj" fmla="val 5106"/>
            </a:avLst>
          </a:prstGeom>
          <a:solidFill>
            <a:srgbClr val="14213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1417320"/>
            <a:ext cx="1645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SOS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537960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39128" y="1965960"/>
            <a:ext cx="13075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mới nhất lên đầu</a:t>
            </a:r>
            <a:endParaRPr lang="en-US" sz="1230" dirty="0"/>
          </a:p>
        </p:txBody>
      </p:sp>
      <p:sp>
        <p:nvSpPr>
          <p:cNvPr id="27" name="Shape 24"/>
          <p:cNvSpPr/>
          <p:nvPr/>
        </p:nvSpPr>
        <p:spPr>
          <a:xfrm>
            <a:off x="6537960" y="245059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39128" y="2377440"/>
            <a:ext cx="13075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trạng thái active/safe</a:t>
            </a:r>
            <a:endParaRPr lang="en-US" sz="1230" dirty="0"/>
          </a:p>
        </p:txBody>
      </p:sp>
      <p:sp>
        <p:nvSpPr>
          <p:cNvPr id="29" name="Shape 26"/>
          <p:cNvSpPr/>
          <p:nvPr/>
        </p:nvSpPr>
        <p:spPr>
          <a:xfrm>
            <a:off x="6537960" y="286207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39128" y="2788920"/>
            <a:ext cx="13075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sẻ lại cảnh báo</a:t>
            </a:r>
            <a:endParaRPr lang="en-US" sz="1230" dirty="0"/>
          </a:p>
        </p:txBody>
      </p:sp>
      <p:sp>
        <p:nvSpPr>
          <p:cNvPr id="31" name="Shape 28"/>
          <p:cNvSpPr/>
          <p:nvPr/>
        </p:nvSpPr>
        <p:spPr>
          <a:xfrm>
            <a:off x="6537960" y="327355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39128" y="3200400"/>
            <a:ext cx="13075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thời gian và tọa độ</a:t>
            </a:r>
            <a:endParaRPr lang="en-US" sz="1230" dirty="0"/>
          </a:p>
        </p:txBody>
      </p:sp>
      <p:sp>
        <p:nvSpPr>
          <p:cNvPr id="33" name="Shape 30"/>
          <p:cNvSpPr/>
          <p:nvPr/>
        </p:nvSpPr>
        <p:spPr>
          <a:xfrm>
            <a:off x="9134856" y="1088136"/>
            <a:ext cx="1984248" cy="4178808"/>
          </a:xfrm>
          <a:prstGeom prst="roundRect">
            <a:avLst>
              <a:gd name="adj" fmla="val 5530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34" name="Image 1" descr="/mnt/data/z7855359581917_bc167b1da3af973b3c1b9a9ef1dc37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143000"/>
            <a:ext cx="1874520" cy="40690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85800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âm: bật/tắt, lưu lịch sử, nghe lại, xóa từng bản ghi hoặc xóa tất cả.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Call - tính năng hỗ trợ thoát tình huống khó xử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0" y="438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EmergSOS 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56848" y="4023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8096" y="996696"/>
            <a:ext cx="2121408" cy="4471416"/>
          </a:xfrm>
          <a:prstGeom prst="roundRect">
            <a:avLst>
              <a:gd name="adj" fmla="val 5172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9" name="Image 0" descr="/mnt/data/z7855359586925_0da78bda1a28d9e9ea0b3dd479d978f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2011680" cy="43616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099816" y="996696"/>
            <a:ext cx="2121408" cy="4471416"/>
          </a:xfrm>
          <a:prstGeom prst="roundRect">
            <a:avLst>
              <a:gd name="adj" fmla="val 5172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1" name="Image 1" descr="/mnt/data/z7855359583314_12cc28795510b9ae87a4f813afc47d2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051560"/>
            <a:ext cx="2011680" cy="43616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97880" y="1234440"/>
            <a:ext cx="5303520" cy="3337560"/>
          </a:xfrm>
          <a:prstGeom prst="roundRect">
            <a:avLst>
              <a:gd name="adj" fmla="val 3288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99632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hoạt động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217920" y="2286000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19088" y="2212848"/>
            <a:ext cx="4279392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 nhập tên người gọi giả.</a:t>
            </a:r>
            <a:endParaRPr lang="en-US" sz="1360" dirty="0"/>
          </a:p>
        </p:txBody>
      </p:sp>
      <p:sp>
        <p:nvSpPr>
          <p:cNvPr id="16" name="Shape 12"/>
          <p:cNvSpPr/>
          <p:nvPr/>
        </p:nvSpPr>
        <p:spPr>
          <a:xfrm>
            <a:off x="6217920" y="2706624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19088" y="2633472"/>
            <a:ext cx="4279392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thời gian chờ 5s, 10s hoặc 30s.</a:t>
            </a:r>
            <a:endParaRPr lang="en-US" sz="1360" dirty="0"/>
          </a:p>
        </p:txBody>
      </p:sp>
      <p:sp>
        <p:nvSpPr>
          <p:cNvPr id="18" name="Shape 14"/>
          <p:cNvSpPr/>
          <p:nvPr/>
        </p:nvSpPr>
        <p:spPr>
          <a:xfrm>
            <a:off x="6217920" y="3127248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19088" y="3054096"/>
            <a:ext cx="4279392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Hết thời gian sẽ chuyển sang màn hình cuộc gọi đến.</a:t>
            </a:r>
            <a:endParaRPr lang="en-US" sz="1360" dirty="0"/>
          </a:p>
        </p:txBody>
      </p:sp>
      <p:sp>
        <p:nvSpPr>
          <p:cNvPr id="20" name="Shape 16"/>
          <p:cNvSpPr/>
          <p:nvPr/>
        </p:nvSpPr>
        <p:spPr>
          <a:xfrm>
            <a:off x="6217920" y="3547872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19088" y="3474720"/>
            <a:ext cx="4279392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nút Từ chối và Nghe máy để mô phỏng cuộc gọi thật.</a:t>
            </a:r>
            <a:endParaRPr lang="en-US" sz="1360" dirty="0"/>
          </a:p>
        </p:txBody>
      </p:sp>
      <p:sp>
        <p:nvSpPr>
          <p:cNvPr id="22" name="Shape 18"/>
          <p:cNvSpPr/>
          <p:nvPr/>
        </p:nvSpPr>
        <p:spPr>
          <a:xfrm>
            <a:off x="6263640" y="4983480"/>
            <a:ext cx="1234440" cy="301752"/>
          </a:xfrm>
          <a:prstGeom prst="roundRect">
            <a:avLst>
              <a:gd name="adj" fmla="val 36364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63640" y="5065963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mạnh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662672" y="5047488"/>
            <a:ext cx="2834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tính thực tế khi demo, không phụ thuộc server.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nguy hiểm cộng đồng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0" y="438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EmergSOS 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56848" y="4023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950976"/>
            <a:ext cx="2011680" cy="4224528"/>
          </a:xfrm>
          <a:prstGeom prst="roundRect">
            <a:avLst>
              <a:gd name="adj" fmla="val 5455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9" name="Image 0" descr="/mnt/data/z7855359584629_791d1428f1327799fe9d1ff54778a2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05840"/>
            <a:ext cx="1901952" cy="4114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79776" y="950976"/>
            <a:ext cx="2011680" cy="4224528"/>
          </a:xfrm>
          <a:prstGeom prst="roundRect">
            <a:avLst>
              <a:gd name="adj" fmla="val 5455"/>
            </a:avLst>
          </a:prstGeom>
          <a:solidFill>
            <a:srgbClr val="0C1627"/>
          </a:solidFill>
          <a:ln w="15240">
            <a:solidFill>
              <a:srgbClr val="2A3B59"/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1" name="Image 1" descr="/mnt/data/z7855359586416_5f1a5496722d58fe591953b9618f42b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005840"/>
            <a:ext cx="1901952" cy="4114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94960" y="1143000"/>
            <a:ext cx="5989320" cy="3977640"/>
          </a:xfrm>
          <a:prstGeom prst="roundRect">
            <a:avLst>
              <a:gd name="adj" fmla="val 2759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xử lý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715000" y="2130552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16168" y="2057400"/>
            <a:ext cx="4782312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vị trí nguy hiểm kèm loại, mô tả và GPS.</a:t>
            </a:r>
            <a:endParaRPr lang="en-US" sz="1320" dirty="0"/>
          </a:p>
        </p:txBody>
      </p:sp>
      <p:sp>
        <p:nvSpPr>
          <p:cNvPr id="16" name="Shape 12"/>
          <p:cNvSpPr/>
          <p:nvPr/>
        </p:nvSpPr>
        <p:spPr>
          <a:xfrm>
            <a:off x="5715000" y="2532888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16168" y="2459736"/>
            <a:ext cx="4782312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hiển thị các report mới nhất để người dùng tham khảo.</a:t>
            </a:r>
            <a:endParaRPr lang="en-US" sz="1320" dirty="0"/>
          </a:p>
        </p:txBody>
      </p:sp>
      <p:sp>
        <p:nvSpPr>
          <p:cNvPr id="18" name="Shape 14"/>
          <p:cNvSpPr/>
          <p:nvPr/>
        </p:nvSpPr>
        <p:spPr>
          <a:xfrm>
            <a:off x="5715000" y="293522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16168" y="2862072"/>
            <a:ext cx="4782312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tạo report được sửa hoặc xóa report của mình.</a:t>
            </a:r>
            <a:endParaRPr lang="en-US" sz="1320" dirty="0"/>
          </a:p>
        </p:txBody>
      </p:sp>
      <p:sp>
        <p:nvSpPr>
          <p:cNvPr id="20" name="Shape 16"/>
          <p:cNvSpPr/>
          <p:nvPr/>
        </p:nvSpPr>
        <p:spPr>
          <a:xfrm>
            <a:off x="5715000" y="33375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16168" y="3264408"/>
            <a:ext cx="4782312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khác có thể báo cáo ảo/spam để quản trị viên xem xét.</a:t>
            </a:r>
            <a:endParaRPr lang="en-US" sz="1320" dirty="0"/>
          </a:p>
        </p:txBody>
      </p:sp>
      <p:sp>
        <p:nvSpPr>
          <p:cNvPr id="22" name="Shape 18"/>
          <p:cNvSpPr/>
          <p:nvPr/>
        </p:nvSpPr>
        <p:spPr>
          <a:xfrm>
            <a:off x="5715000" y="373989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916168" y="3666744"/>
            <a:ext cx="4782312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Lite ưu tiên list ổn định thay vì map phụ thuộc API key.</a:t>
            </a:r>
            <a:endParaRPr lang="en-US" sz="1320" dirty="0"/>
          </a:p>
        </p:txBody>
      </p:sp>
      <p:sp>
        <p:nvSpPr>
          <p:cNvPr id="24" name="Shape 20"/>
          <p:cNvSpPr/>
          <p:nvPr/>
        </p:nvSpPr>
        <p:spPr>
          <a:xfrm>
            <a:off x="7406640" y="5349240"/>
            <a:ext cx="2240280" cy="804672"/>
          </a:xfrm>
          <a:prstGeom prst="roundRect">
            <a:avLst>
              <a:gd name="adj" fmla="val 13636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71232" y="5505623"/>
            <a:ext cx="19110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dangerReports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571232" y="5825663"/>
            <a:ext cx="191109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Database, kiểm thử và kết quả demo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0" y="438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EmergSOS 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56848" y="4023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051560"/>
            <a:ext cx="3749040" cy="4389120"/>
          </a:xfrm>
          <a:prstGeom prst="roundRect">
            <a:avLst>
              <a:gd name="adj" fmla="val 2927"/>
            </a:avLst>
          </a:prstGeom>
          <a:solidFill>
            <a:srgbClr val="14213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389888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collections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1965960"/>
            <a:ext cx="2770632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 hồ sơ người dùng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960120" y="24323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59152"/>
            <a:ext cx="2770632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emergencyContacts: danh bạ khẩn cấp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960120" y="28254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2752344"/>
            <a:ext cx="2770632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sosEvents: lịch sử SOS và trạng thái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960120" y="321868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145536"/>
            <a:ext cx="2770632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dangerReports: điểm nguy hiểm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960120" y="361188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3538728"/>
            <a:ext cx="2770632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chính: lọc dữ liệu theo userId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4617720" y="1051560"/>
            <a:ext cx="6903720" cy="2011680"/>
          </a:xfrm>
          <a:prstGeom prst="roundRect">
            <a:avLst>
              <a:gd name="adj" fmla="val 5455"/>
            </a:avLst>
          </a:prstGeom>
          <a:solidFill>
            <a:srgbClr val="14213A"/>
          </a:solidFill>
          <a:ln w="15240">
            <a:solidFill>
              <a:srgbClr val="2A3B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371600"/>
            <a:ext cx="6035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kiểm thử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919472" y="1947672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874520"/>
            <a:ext cx="574243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Register/Login, thêm/xóa/sửa contact, lấy GPS, kích hoạt SOS.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4919472" y="2295144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221992"/>
            <a:ext cx="574243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share/SMS, bấm Tôi đã an toàn, xem lịch sử SOS.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4919472" y="2642616"/>
            <a:ext cx="109728" cy="109728"/>
          </a:xfrm>
          <a:prstGeom prst="ellipse">
            <a:avLst/>
          </a:prstGeom>
          <a:solidFill>
            <a:srgbClr val="FF465A"/>
          </a:solidFill>
          <a:ln w="12700">
            <a:solidFill>
              <a:srgbClr val="FF465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569464"/>
            <a:ext cx="574243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Call, ghi âm môi trường, báo cáo điểm nguy hiểm, logout.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4617720" y="3337560"/>
            <a:ext cx="6903720" cy="2103120"/>
          </a:xfrm>
          <a:prstGeom prst="roundRect">
            <a:avLst>
              <a:gd name="adj" fmla="val 5217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657600"/>
            <a:ext cx="6035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demo chính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919472" y="4160520"/>
            <a:ext cx="987552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30682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53912" y="4160520"/>
            <a:ext cx="987552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30682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88352" y="4160520"/>
            <a:ext cx="987552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4316155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contact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622792" y="4160520"/>
            <a:ext cx="987552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0" y="4316155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Nhấn SOS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857232" y="4160520"/>
            <a:ext cx="987552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21240" y="4316155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sẻ/SMS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19472" y="4818888"/>
            <a:ext cx="987552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96519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toàn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53912" y="4818888"/>
            <a:ext cx="987552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496519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88352" y="4818888"/>
            <a:ext cx="987552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4974523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Call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622792" y="4818888"/>
            <a:ext cx="987552" cy="502920"/>
          </a:xfrm>
          <a:prstGeom prst="roundRect">
            <a:avLst>
              <a:gd name="adj" fmla="val 21818"/>
            </a:avLst>
          </a:prstGeom>
          <a:solidFill>
            <a:srgbClr val="14213A"/>
          </a:solidFill>
          <a:ln w="15240">
            <a:solidFill>
              <a:srgbClr val="FF46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4918537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nguy hiểm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5870448"/>
            <a:ext cx="10835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core app chạy được trên Expo Go, UI đồng bộ, luồng báo động đầy đủ cho bản Lite.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937</Words>
  <Application>Microsoft Office PowerPoint</Application>
  <PresentationFormat>Widescreen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Sinh viên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EmergSOS Lite - Báo cáo đồ án</dc:title>
  <dc:subject>Báo cáo đồ án EmergSOS Lite</dc:subject>
  <dc:creator>Nguyễn Nhật Long &amp; Đỗ Tấn Du</dc:creator>
  <cp:lastModifiedBy>Tấn Du Đỗ</cp:lastModifiedBy>
  <cp:revision>2</cp:revision>
  <dcterms:created xsi:type="dcterms:W3CDTF">2026-05-22T18:58:03Z</dcterms:created>
  <dcterms:modified xsi:type="dcterms:W3CDTF">2026-05-22T19:08:18Z</dcterms:modified>
</cp:coreProperties>
</file>